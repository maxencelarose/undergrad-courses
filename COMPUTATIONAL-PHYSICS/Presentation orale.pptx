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F12D0E-58AD-446A-B18C-7316B785A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6E63AA3-6569-44DD-96DA-9246157CA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1CDDEA-C667-4FA5-A0E3-39ED89FB8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2D54-3391-4270-A1E8-1F419DBB4D99}" type="datetimeFigureOut">
              <a:rPr lang="fr-CA" smtClean="0"/>
              <a:t>2021-03-19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ABCEF7-107A-4E54-8F26-F88B2EE2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656E4B-CAA1-4924-9E67-0C5ECE30E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22AC-956A-4D3F-A2E4-3E70219A67B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94840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71BDD2-5C1F-4CF5-AA96-70F17D341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033582-4516-4113-9E40-4215A77E7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530680-2A63-45B2-AA5A-FDE532464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2D54-3391-4270-A1E8-1F419DBB4D99}" type="datetimeFigureOut">
              <a:rPr lang="fr-CA" smtClean="0"/>
              <a:t>2021-03-19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86C987-6292-4100-8BC9-D8AF94626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33F737-9367-4386-836D-73D9B5914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22AC-956A-4D3F-A2E4-3E70219A67B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42165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CEAFEE-2A47-44D9-A4CC-6AE62D01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EDEAEE0-F962-446C-A233-E82670D5D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87CF64-01AE-4CDC-AB5B-1EF96888E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2D54-3391-4270-A1E8-1F419DBB4D99}" type="datetimeFigureOut">
              <a:rPr lang="fr-CA" smtClean="0"/>
              <a:t>2021-03-19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66C924-15B3-4957-8769-3A24705E6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B49865-9B06-4CD4-895F-36A3F050A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22AC-956A-4D3F-A2E4-3E70219A67B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89438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B7AB9F-2730-4BD1-B112-66DC0274B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219E05-8A17-4672-BD63-A19A6865C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074835-D960-4B78-B23F-37C4CC96B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A42B8D-A457-49D6-B629-17F8A4DD1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2D54-3391-4270-A1E8-1F419DBB4D99}" type="datetimeFigureOut">
              <a:rPr lang="fr-CA" smtClean="0"/>
              <a:t>2021-03-19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658882-4C34-4BBF-9652-7B9ADC78B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900AB9-8E14-4499-AB4F-175F29924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22AC-956A-4D3F-A2E4-3E70219A67B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2584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EC627F-515E-4699-9A6C-F32C706DC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F6361C-648B-42AA-90DE-397F401ED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CFAFC35-AB9A-4F8A-B9EF-46FE1B43E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2A955E1-B066-48D3-AE23-19E8D26A7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C185898-3036-4BC9-9A64-BCE6254AB9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E085A76-C87B-4467-8883-AFEDADEF4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2D54-3391-4270-A1E8-1F419DBB4D99}" type="datetimeFigureOut">
              <a:rPr lang="fr-CA" smtClean="0"/>
              <a:t>2021-03-19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6A58C96-DE5F-47D2-ACE8-6976958A0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4F2D1BA-6100-47F0-A2F6-A01E922B5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22AC-956A-4D3F-A2E4-3E70219A67B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27433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B291DF-0658-4B78-9CEB-76A7B4373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63BEA73-3681-4495-B053-33BF75751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2D54-3391-4270-A1E8-1F419DBB4D99}" type="datetimeFigureOut">
              <a:rPr lang="fr-CA" smtClean="0"/>
              <a:t>2021-03-19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58095F9-4902-4801-8175-89479FD8B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9D5AD4-EB0F-4AD5-A48C-E42F5C3C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22AC-956A-4D3F-A2E4-3E70219A67B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67724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2125636-3C23-4892-9098-A68BC15B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2D54-3391-4270-A1E8-1F419DBB4D99}" type="datetimeFigureOut">
              <a:rPr lang="fr-CA" smtClean="0"/>
              <a:t>2021-03-19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67B95CA-3847-4ACD-9EAC-397B2C74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164280-0DD1-4A34-BD3C-1E0157810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22AC-956A-4D3F-A2E4-3E70219A67B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59829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173780-1BE7-4BB0-81DD-14884E4E6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6392DA-D68F-44F7-827D-29113EA05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523586C-E3F5-44E7-909A-680323B9A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B60133-A522-4B7E-9F86-23BD2BD6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2D54-3391-4270-A1E8-1F419DBB4D99}" type="datetimeFigureOut">
              <a:rPr lang="fr-CA" smtClean="0"/>
              <a:t>2021-03-19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1BC896-8885-4F4A-8A93-9F8FAC33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3D3A6C5-5D9C-4040-A1E4-14230C1F3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22AC-956A-4D3F-A2E4-3E70219A67B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9768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9746BC-7303-4DE3-8DC4-DACCD37E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B0CCF5D-95CF-4287-B557-807FB366D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C6DED98-2722-476B-8B7D-E781229F1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E8E74B-C35D-445A-9527-D8DFFDC81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2D54-3391-4270-A1E8-1F419DBB4D99}" type="datetimeFigureOut">
              <a:rPr lang="fr-CA" smtClean="0"/>
              <a:t>2021-03-19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3FB91A-93FB-4623-8152-AB4E6CA34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89C837-80E1-4C71-9C54-3B3AA540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22AC-956A-4D3F-A2E4-3E70219A67B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8131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A9C362-2F36-4261-A7F8-6A757295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C2A3F50-B462-430D-85B1-CBA0F72F5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0AA8DD-9C78-4491-83CB-DFA21114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2D54-3391-4270-A1E8-1F419DBB4D99}" type="datetimeFigureOut">
              <a:rPr lang="fr-CA" smtClean="0"/>
              <a:t>2021-03-19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790D86-7657-439C-B455-9F42EB50B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CC78A1-B538-4A39-8935-67BFAC314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22AC-956A-4D3F-A2E4-3E70219A67B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31096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827F6F9-4B34-4E92-AC1A-73210367A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77A6D0-A9D1-4E11-BD7B-98947499D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B8C49E-24B6-4A04-B510-512A3F89A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72D54-3391-4270-A1E8-1F419DBB4D99}" type="datetimeFigureOut">
              <a:rPr lang="fr-CA" smtClean="0"/>
              <a:t>2021-03-19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BF5EC2-7D8D-49D0-81B3-20FCA3BBF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414560-24E5-46FA-85F2-2EEAE53E4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22AC-956A-4D3F-A2E4-3E70219A67B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77499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BB4B938-64D7-44C0-AF70-2540EDE2B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B72C78-6DAB-4D59-9563-226BFA9B0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3CC154-0A8A-4AEA-A4C1-7F4587FB6C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72D54-3391-4270-A1E8-1F419DBB4D99}" type="datetimeFigureOut">
              <a:rPr lang="fr-CA" smtClean="0"/>
              <a:t>2021-03-19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F180C9-0767-4E19-AB38-9B31CCAF1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A4DF64-E3C1-4017-B8AA-EB9DC8B59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922AC-956A-4D3F-A2E4-3E70219A67B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96821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0DBBBE-772B-4B0A-BD1D-92FF46B4C3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36FFA4D-70BF-44C7-BE09-0C3606DA37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731835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Mélissa Cinq-Mars</dc:creator>
  <cp:lastModifiedBy>Mélissa Cinq-Mars</cp:lastModifiedBy>
  <cp:revision>1</cp:revision>
  <dcterms:created xsi:type="dcterms:W3CDTF">2021-03-19T19:04:25Z</dcterms:created>
  <dcterms:modified xsi:type="dcterms:W3CDTF">2021-03-19T19:04:53Z</dcterms:modified>
</cp:coreProperties>
</file>