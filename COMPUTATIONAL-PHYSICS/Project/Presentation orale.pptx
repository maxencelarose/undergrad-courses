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EEB4F-D0B0-4EA5-86B9-590B18482A8E}" v="36" dt="2021-04-04T00:34:33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03.04.2021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937390"/>
            <a:ext cx="9144000" cy="2387600"/>
          </a:xfrm>
        </p:spPr>
        <p:txBody>
          <a:bodyPr>
            <a:normAutofit/>
          </a:bodyPr>
          <a:lstStyle/>
          <a:p>
            <a:r>
              <a:rPr lang="fr-CA" sz="4400" b="1" dirty="0"/>
              <a:t>Mouvement brownien et agrégation par diffusion limitée</a:t>
            </a:r>
            <a:endParaRPr lang="de-DE" sz="44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71807"/>
          </a:xfrm>
        </p:spPr>
        <p:txBody>
          <a:bodyPr>
            <a:normAutofit/>
          </a:bodyPr>
          <a:lstStyle/>
          <a:p>
            <a:r>
              <a:rPr lang="fr-CA" dirty="0"/>
              <a:t>Par Mélissa Cinq-Mars, Pierre-Olivier Janvier et Maxence Larose</a:t>
            </a:r>
          </a:p>
          <a:p>
            <a:r>
              <a:rPr lang="fr-CA" sz="2000" dirty="0"/>
              <a:t>PHY-3500: Physique numérique</a:t>
            </a:r>
          </a:p>
          <a:p>
            <a:r>
              <a:rPr lang="fr-CA" sz="2000" dirty="0"/>
              <a:t>Département de physique, de génie physique et d‘optique</a:t>
            </a:r>
          </a:p>
          <a:p>
            <a:r>
              <a:rPr lang="fr-CA" sz="2000" dirty="0"/>
              <a:t>H2021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44BC5-1B43-4506-A4AD-DAD6BCEC198D}"/>
              </a:ext>
            </a:extLst>
          </p:cNvPr>
          <p:cNvSpPr/>
          <p:nvPr/>
        </p:nvSpPr>
        <p:spPr>
          <a:xfrm>
            <a:off x="201227" y="5687713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39EEE1-AA76-46E4-B72A-2651BD03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0" y="5902078"/>
            <a:ext cx="1734105" cy="7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D6DF-B341-458B-ABD2-EE62C90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92"/>
            <a:ext cx="10515600" cy="1325563"/>
          </a:xfrm>
        </p:spPr>
        <p:txBody>
          <a:bodyPr/>
          <a:lstStyle/>
          <a:p>
            <a:r>
              <a:rPr lang="fr-CA" dirty="0"/>
              <a:t>Plan de la présentation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9DC6D-2E04-48D2-86D9-405214D53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1855"/>
            <a:ext cx="10515600" cy="375259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fr-CA" sz="2400" dirty="0"/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CA" sz="2400" dirty="0"/>
              <a:t>Contexte théorique</a:t>
            </a:r>
          </a:p>
          <a:p>
            <a:pPr marL="514350" indent="-514350">
              <a:buFont typeface="+mj-lt"/>
              <a:buAutoNum type="romanUcPeriod"/>
            </a:pPr>
            <a:r>
              <a:rPr lang="fr-CA" sz="2400" dirty="0"/>
              <a:t>Méthode</a:t>
            </a:r>
          </a:p>
          <a:p>
            <a:pPr marL="514350" indent="-514350">
              <a:buFont typeface="+mj-lt"/>
              <a:buAutoNum type="romanUcPeriod"/>
            </a:pPr>
            <a:r>
              <a:rPr lang="fr-CA" sz="2400" dirty="0"/>
              <a:t>Résultats </a:t>
            </a:r>
          </a:p>
          <a:p>
            <a:pPr marL="514350" indent="-514350">
              <a:buFont typeface="+mj-lt"/>
              <a:buAutoNum type="romanUcPeriod"/>
            </a:pPr>
            <a:r>
              <a:rPr lang="fr-CA" sz="2400" dirty="0"/>
              <a:t>Discussion</a:t>
            </a:r>
          </a:p>
          <a:p>
            <a:pPr marL="514350" indent="-514350">
              <a:buFont typeface="+mj-lt"/>
              <a:buAutoNum type="romanUcPeriod"/>
            </a:pPr>
            <a:r>
              <a:rPr lang="fr-CA" sz="2400" dirty="0"/>
              <a:t>Conclusion</a:t>
            </a:r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514350" indent="-514350">
              <a:buFont typeface="+mj-lt"/>
              <a:buAutoNum type="romanUcPeriod"/>
            </a:pPr>
            <a:endParaRPr lang="fr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0668B-5765-4A9B-9B33-DDC0B7F2D7B9}"/>
              </a:ext>
            </a:extLst>
          </p:cNvPr>
          <p:cNvSpPr/>
          <p:nvPr/>
        </p:nvSpPr>
        <p:spPr>
          <a:xfrm>
            <a:off x="201227" y="6139642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FDF607-9D1A-4DD4-B9E2-555138AE97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1" y="6268564"/>
            <a:ext cx="1118586" cy="4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60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D6DF-B341-458B-ABD2-EE62C90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27" y="9857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dirty="0"/>
              <a:t>Introduction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9DC6D-2E04-48D2-86D9-405214D53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113"/>
            <a:ext cx="10515600" cy="3752595"/>
          </a:xfrm>
        </p:spPr>
        <p:txBody>
          <a:bodyPr>
            <a:normAutofit/>
          </a:bodyPr>
          <a:lstStyle/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971550" lvl="1" indent="-514350">
              <a:buFont typeface="+mj-lt"/>
              <a:buAutoNum type="romanUcPeriod"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514350" indent="-514350">
              <a:buFont typeface="+mj-lt"/>
              <a:buAutoNum type="romanUcPeriod"/>
            </a:pPr>
            <a:endParaRPr lang="fr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0668B-5765-4A9B-9B33-DDC0B7F2D7B9}"/>
              </a:ext>
            </a:extLst>
          </p:cNvPr>
          <p:cNvSpPr/>
          <p:nvPr/>
        </p:nvSpPr>
        <p:spPr>
          <a:xfrm>
            <a:off x="201227" y="6139642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FDF607-9D1A-4DD4-B9E2-555138AE97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1" y="6268564"/>
            <a:ext cx="1118586" cy="4858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8EE206-1AE2-4365-950A-04444E94D89C}"/>
              </a:ext>
            </a:extLst>
          </p:cNvPr>
          <p:cNvSpPr txBox="1"/>
          <p:nvPr/>
        </p:nvSpPr>
        <p:spPr>
          <a:xfrm>
            <a:off x="11353800" y="6357618"/>
            <a:ext cx="64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1/16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861B5AC-6EB0-4312-AF3B-944271213719}"/>
              </a:ext>
            </a:extLst>
          </p:cNvPr>
          <p:cNvCxnSpPr>
            <a:cxnSpLocks/>
          </p:cNvCxnSpPr>
          <p:nvPr/>
        </p:nvCxnSpPr>
        <p:spPr>
          <a:xfrm>
            <a:off x="201227" y="1003176"/>
            <a:ext cx="117895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5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D6DF-B341-458B-ABD2-EE62C90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27" y="9857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dirty="0"/>
              <a:t>Contexte théorique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0668B-5765-4A9B-9B33-DDC0B7F2D7B9}"/>
              </a:ext>
            </a:extLst>
          </p:cNvPr>
          <p:cNvSpPr/>
          <p:nvPr/>
        </p:nvSpPr>
        <p:spPr>
          <a:xfrm>
            <a:off x="201227" y="6139642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FDF607-9D1A-4DD4-B9E2-555138AE97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1" y="6268564"/>
            <a:ext cx="1118586" cy="4858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8EE206-1AE2-4365-950A-04444E94D89C}"/>
              </a:ext>
            </a:extLst>
          </p:cNvPr>
          <p:cNvSpPr txBox="1"/>
          <p:nvPr/>
        </p:nvSpPr>
        <p:spPr>
          <a:xfrm>
            <a:off x="11353800" y="6357619"/>
            <a:ext cx="64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2/16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861B5AC-6EB0-4312-AF3B-944271213719}"/>
              </a:ext>
            </a:extLst>
          </p:cNvPr>
          <p:cNvCxnSpPr>
            <a:cxnSpLocks/>
          </p:cNvCxnSpPr>
          <p:nvPr/>
        </p:nvCxnSpPr>
        <p:spPr>
          <a:xfrm>
            <a:off x="201227" y="1003176"/>
            <a:ext cx="117895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7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D6DF-B341-458B-ABD2-EE62C90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27" y="9857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dirty="0"/>
              <a:t>Conclusion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0668B-5765-4A9B-9B33-DDC0B7F2D7B9}"/>
              </a:ext>
            </a:extLst>
          </p:cNvPr>
          <p:cNvSpPr/>
          <p:nvPr/>
        </p:nvSpPr>
        <p:spPr>
          <a:xfrm>
            <a:off x="201227" y="6139642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FDF607-9D1A-4DD4-B9E2-555138AE97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1" y="6268564"/>
            <a:ext cx="1118586" cy="4858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8EE206-1AE2-4365-950A-04444E94D89C}"/>
              </a:ext>
            </a:extLst>
          </p:cNvPr>
          <p:cNvSpPr txBox="1"/>
          <p:nvPr/>
        </p:nvSpPr>
        <p:spPr>
          <a:xfrm>
            <a:off x="11353800" y="6357619"/>
            <a:ext cx="64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15/16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861B5AC-6EB0-4312-AF3B-944271213719}"/>
              </a:ext>
            </a:extLst>
          </p:cNvPr>
          <p:cNvCxnSpPr>
            <a:cxnSpLocks/>
          </p:cNvCxnSpPr>
          <p:nvPr/>
        </p:nvCxnSpPr>
        <p:spPr>
          <a:xfrm>
            <a:off x="201227" y="1003176"/>
            <a:ext cx="117895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D6DF-B341-458B-ABD2-EE62C90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27" y="9857"/>
            <a:ext cx="10515600" cy="1325563"/>
          </a:xfrm>
        </p:spPr>
        <p:txBody>
          <a:bodyPr>
            <a:normAutofit/>
          </a:bodyPr>
          <a:lstStyle/>
          <a:p>
            <a:r>
              <a:rPr lang="fr-CA" sz="4000" dirty="0"/>
              <a:t>Références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00668B-5765-4A9B-9B33-DDC0B7F2D7B9}"/>
              </a:ext>
            </a:extLst>
          </p:cNvPr>
          <p:cNvSpPr/>
          <p:nvPr/>
        </p:nvSpPr>
        <p:spPr>
          <a:xfrm>
            <a:off x="201227" y="6139642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FDF607-9D1A-4DD4-B9E2-555138AE97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1" y="6268564"/>
            <a:ext cx="1118586" cy="4858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8EE206-1AE2-4365-950A-04444E94D89C}"/>
              </a:ext>
            </a:extLst>
          </p:cNvPr>
          <p:cNvSpPr txBox="1"/>
          <p:nvPr/>
        </p:nvSpPr>
        <p:spPr>
          <a:xfrm>
            <a:off x="11353800" y="6357619"/>
            <a:ext cx="64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16/16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861B5AC-6EB0-4312-AF3B-944271213719}"/>
              </a:ext>
            </a:extLst>
          </p:cNvPr>
          <p:cNvCxnSpPr>
            <a:cxnSpLocks/>
          </p:cNvCxnSpPr>
          <p:nvPr/>
        </p:nvCxnSpPr>
        <p:spPr>
          <a:xfrm>
            <a:off x="201227" y="1003176"/>
            <a:ext cx="1178954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72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1227" y="2236355"/>
            <a:ext cx="11789546" cy="2387600"/>
          </a:xfrm>
        </p:spPr>
        <p:txBody>
          <a:bodyPr>
            <a:normAutofit fontScale="90000"/>
          </a:bodyPr>
          <a:lstStyle/>
          <a:p>
            <a:r>
              <a:rPr lang="fr-CA" sz="4400" b="1" dirty="0"/>
              <a:t>Merci de votre attention</a:t>
            </a:r>
            <a:br>
              <a:rPr lang="fr-CA" sz="4400" b="1" dirty="0"/>
            </a:br>
            <a:br>
              <a:rPr lang="fr-CA" sz="4400" b="1" dirty="0"/>
            </a:br>
            <a:br>
              <a:rPr lang="fr-CA" sz="4400" b="1" dirty="0"/>
            </a:br>
            <a:r>
              <a:rPr lang="fr-CA" sz="3600" b="1" dirty="0"/>
              <a:t>Période de questions </a:t>
            </a:r>
            <a:endParaRPr lang="de-DE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44BC5-1B43-4506-A4AD-DAD6BCEC198D}"/>
              </a:ext>
            </a:extLst>
          </p:cNvPr>
          <p:cNvSpPr/>
          <p:nvPr/>
        </p:nvSpPr>
        <p:spPr>
          <a:xfrm>
            <a:off x="201227" y="5687713"/>
            <a:ext cx="1178954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39EEE1-AA76-46E4-B72A-2651BD03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0" y="5902078"/>
            <a:ext cx="1734105" cy="7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687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27DF7C10E71C41AD7473CE77E75930" ma:contentTypeVersion="2" ma:contentTypeDescription="Crée un document." ma:contentTypeScope="" ma:versionID="580b3e7f8a7578e2f106ffc6bc98f728">
  <xsd:schema xmlns:xsd="http://www.w3.org/2001/XMLSchema" xmlns:xs="http://www.w3.org/2001/XMLSchema" xmlns:p="http://schemas.microsoft.com/office/2006/metadata/properties" xmlns:ns2="fa7b87f2-77a1-4ffe-b96a-4d1ccce8d419" targetNamespace="http://schemas.microsoft.com/office/2006/metadata/properties" ma:root="true" ma:fieldsID="665da0c2afbc34ecf5ad35f9505cf111" ns2:_="">
    <xsd:import namespace="fa7b87f2-77a1-4ffe-b96a-4d1ccce8d4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b87f2-77a1-4ffe-b96a-4d1ccce8d4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628E93-B644-4EF4-BD57-EC7910E2A8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00B2FA-AC86-4287-893D-3AB56F3293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7b87f2-77a1-4ffe-b96a-4d1ccce8d4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AAB6EC-6204-4C77-AC15-C9EE50B3DB34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fa7b87f2-77a1-4ffe-b96a-4d1ccce8d419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62</Words>
  <Application>Microsoft Office PowerPoint</Application>
  <PresentationFormat>Grand écran</PresentationFormat>
  <Paragraphs>35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Mouvement brownien et agrégation par diffusion limitée</vt:lpstr>
      <vt:lpstr>Plan de la présentation </vt:lpstr>
      <vt:lpstr>Introduction </vt:lpstr>
      <vt:lpstr>Contexte théorique </vt:lpstr>
      <vt:lpstr>Conclusion </vt:lpstr>
      <vt:lpstr>Références </vt:lpstr>
      <vt:lpstr>Merci de votre attention   Période de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Melissa</dc:creator>
  <cp:lastModifiedBy>Mélissa Cinq-Mars</cp:lastModifiedBy>
  <cp:revision>4</cp:revision>
  <dcterms:created xsi:type="dcterms:W3CDTF">2021-04-01T00:37:20Z</dcterms:created>
  <dcterms:modified xsi:type="dcterms:W3CDTF">2021-04-04T00:48:07Z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0x010100BC27DF7C10E71C41AD7473CE77E75930</vt:lpwstr>
  </property>
</Properties>
</file>